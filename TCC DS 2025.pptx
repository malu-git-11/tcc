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2399288" cy="43200638"/>
  <p:notesSz cx="6858000" cy="9144000"/>
  <p:defaultTextStyle>
    <a:defPPr>
      <a:defRPr lang="pt-BR"/>
    </a:defPPr>
    <a:lvl1pPr marL="0" algn="l" defTabSz="3628796" rtl="0" eaLnBrk="1" latinLnBrk="0" hangingPunct="1">
      <a:defRPr sz="7143" kern="1200">
        <a:solidFill>
          <a:schemeClr val="tx1"/>
        </a:solidFill>
        <a:latin typeface="+mn-lt"/>
        <a:ea typeface="+mn-ea"/>
        <a:cs typeface="+mn-cs"/>
      </a:defRPr>
    </a:lvl1pPr>
    <a:lvl2pPr marL="1814398" algn="l" defTabSz="3628796" rtl="0" eaLnBrk="1" latinLnBrk="0" hangingPunct="1">
      <a:defRPr sz="7143" kern="1200">
        <a:solidFill>
          <a:schemeClr val="tx1"/>
        </a:solidFill>
        <a:latin typeface="+mn-lt"/>
        <a:ea typeface="+mn-ea"/>
        <a:cs typeface="+mn-cs"/>
      </a:defRPr>
    </a:lvl2pPr>
    <a:lvl3pPr marL="3628796" algn="l" defTabSz="3628796" rtl="0" eaLnBrk="1" latinLnBrk="0" hangingPunct="1">
      <a:defRPr sz="7143" kern="1200">
        <a:solidFill>
          <a:schemeClr val="tx1"/>
        </a:solidFill>
        <a:latin typeface="+mn-lt"/>
        <a:ea typeface="+mn-ea"/>
        <a:cs typeface="+mn-cs"/>
      </a:defRPr>
    </a:lvl3pPr>
    <a:lvl4pPr marL="5443195" algn="l" defTabSz="3628796" rtl="0" eaLnBrk="1" latinLnBrk="0" hangingPunct="1">
      <a:defRPr sz="7143" kern="1200">
        <a:solidFill>
          <a:schemeClr val="tx1"/>
        </a:solidFill>
        <a:latin typeface="+mn-lt"/>
        <a:ea typeface="+mn-ea"/>
        <a:cs typeface="+mn-cs"/>
      </a:defRPr>
    </a:lvl4pPr>
    <a:lvl5pPr marL="7257593" algn="l" defTabSz="3628796" rtl="0" eaLnBrk="1" latinLnBrk="0" hangingPunct="1">
      <a:defRPr sz="7143" kern="1200">
        <a:solidFill>
          <a:schemeClr val="tx1"/>
        </a:solidFill>
        <a:latin typeface="+mn-lt"/>
        <a:ea typeface="+mn-ea"/>
        <a:cs typeface="+mn-cs"/>
      </a:defRPr>
    </a:lvl5pPr>
    <a:lvl6pPr marL="9071991" algn="l" defTabSz="3628796" rtl="0" eaLnBrk="1" latinLnBrk="0" hangingPunct="1">
      <a:defRPr sz="7143" kern="1200">
        <a:solidFill>
          <a:schemeClr val="tx1"/>
        </a:solidFill>
        <a:latin typeface="+mn-lt"/>
        <a:ea typeface="+mn-ea"/>
        <a:cs typeface="+mn-cs"/>
      </a:defRPr>
    </a:lvl6pPr>
    <a:lvl7pPr marL="10886389" algn="l" defTabSz="3628796" rtl="0" eaLnBrk="1" latinLnBrk="0" hangingPunct="1">
      <a:defRPr sz="7143" kern="1200">
        <a:solidFill>
          <a:schemeClr val="tx1"/>
        </a:solidFill>
        <a:latin typeface="+mn-lt"/>
        <a:ea typeface="+mn-ea"/>
        <a:cs typeface="+mn-cs"/>
      </a:defRPr>
    </a:lvl7pPr>
    <a:lvl8pPr marL="12700787" algn="l" defTabSz="3628796" rtl="0" eaLnBrk="1" latinLnBrk="0" hangingPunct="1">
      <a:defRPr sz="7143" kern="1200">
        <a:solidFill>
          <a:schemeClr val="tx1"/>
        </a:solidFill>
        <a:latin typeface="+mn-lt"/>
        <a:ea typeface="+mn-ea"/>
        <a:cs typeface="+mn-cs"/>
      </a:defRPr>
    </a:lvl8pPr>
    <a:lvl9pPr marL="14515186" algn="l" defTabSz="3628796" rtl="0" eaLnBrk="1" latinLnBrk="0" hangingPunct="1">
      <a:defRPr sz="714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6">
          <p15:clr>
            <a:srgbClr val="A4A3A4"/>
          </p15:clr>
        </p15:guide>
        <p15:guide id="2" pos="102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0300"/>
    <a:srgbClr val="FF5757"/>
    <a:srgbClr val="FF3030"/>
    <a:srgbClr val="004AAD"/>
    <a:srgbClr val="37B6FF"/>
    <a:srgbClr val="8C52FF"/>
    <a:srgbClr val="FF65C3"/>
    <a:srgbClr val="41719C"/>
    <a:srgbClr val="000099"/>
    <a:srgbClr val="102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59" autoAdjust="0"/>
    <p:restoredTop sz="94660"/>
  </p:normalViewPr>
  <p:slideViewPr>
    <p:cSldViewPr snapToGrid="0">
      <p:cViewPr varScale="1">
        <p:scale>
          <a:sx n="10" d="100"/>
          <a:sy n="10" d="100"/>
        </p:scale>
        <p:origin x="1872" y="12"/>
      </p:cViewPr>
      <p:guideLst>
        <p:guide orient="horz" pos="13606"/>
        <p:guide pos="102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pt-BR"/>
              <a:t>Clique para editar o título mestre</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26A793FE-9174-4BCA-8FC1-2C151984D1DA}" type="datetimeFigureOut">
              <a:rPr lang="pt-BR" smtClean="0"/>
              <a:t>16/05/2025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2173974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6A793FE-9174-4BCA-8FC1-2C151984D1DA}" type="datetimeFigureOut">
              <a:rPr lang="pt-BR" smtClean="0"/>
              <a:t>16/05/2025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3481757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pt-BR"/>
              <a:t>Clique para editar o título mestre</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26A793FE-9174-4BCA-8FC1-2C151984D1DA}" type="datetimeFigureOut">
              <a:rPr lang="pt-BR" smtClean="0"/>
              <a:t>16/05/2025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1727183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26A793FE-9174-4BCA-8FC1-2C151984D1DA}" type="datetimeFigureOut">
              <a:rPr lang="pt-BR" smtClean="0"/>
              <a:t>16/05/2025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1193512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pt-BR"/>
              <a:t>Clique para editar o texto mestre</a:t>
            </a:r>
          </a:p>
        </p:txBody>
      </p:sp>
      <p:sp>
        <p:nvSpPr>
          <p:cNvPr id="4" name="Content Placeholder 3"/>
          <p:cNvSpPr>
            <a:spLocks noGrp="1"/>
          </p:cNvSpPr>
          <p:nvPr>
            <p:ph sz="half" idx="2"/>
          </p:nvPr>
        </p:nvSpPr>
        <p:spPr>
          <a:xfrm>
            <a:off x="2231675" y="15780233"/>
            <a:ext cx="13706415" cy="23210346"/>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pt-BR"/>
              <a:t>Clique para editar o texto mestre</a:t>
            </a:r>
          </a:p>
        </p:txBody>
      </p:sp>
      <p:sp>
        <p:nvSpPr>
          <p:cNvPr id="6" name="Content Placeholder 5"/>
          <p:cNvSpPr>
            <a:spLocks noGrp="1"/>
          </p:cNvSpPr>
          <p:nvPr>
            <p:ph sz="quarter" idx="4"/>
          </p:nvPr>
        </p:nvSpPr>
        <p:spPr>
          <a:xfrm>
            <a:off x="16402142" y="15780233"/>
            <a:ext cx="13773917" cy="23210346"/>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26A793FE-9174-4BCA-8FC1-2C151984D1DA}" type="datetimeFigureOut">
              <a:rPr lang="pt-BR" smtClean="0"/>
              <a:t>16/05/2025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202575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26A793FE-9174-4BCA-8FC1-2C151984D1DA}" type="datetimeFigureOut">
              <a:rPr lang="pt-BR" smtClean="0"/>
              <a:t>16/05/2025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3394814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A793FE-9174-4BCA-8FC1-2C151984D1DA}" type="datetimeFigureOut">
              <a:rPr lang="pt-BR" smtClean="0"/>
              <a:t>16/05/2025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66952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pt-BR"/>
              <a:t>Clique para editar o título mestre</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pt-BR"/>
              <a:t>Clique para editar o texto mestre</a:t>
            </a:r>
          </a:p>
        </p:txBody>
      </p:sp>
      <p:sp>
        <p:nvSpPr>
          <p:cNvPr id="5" name="Date Placeholder 4"/>
          <p:cNvSpPr>
            <a:spLocks noGrp="1"/>
          </p:cNvSpPr>
          <p:nvPr>
            <p:ph type="dt" sz="half" idx="10"/>
          </p:nvPr>
        </p:nvSpPr>
        <p:spPr/>
        <p:txBody>
          <a:bodyPr/>
          <a:lstStyle/>
          <a:p>
            <a:fld id="{26A793FE-9174-4BCA-8FC1-2C151984D1DA}" type="datetimeFigureOut">
              <a:rPr lang="pt-BR" smtClean="0"/>
              <a:t>16/05/2025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1146923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pt-BR"/>
              <a:t>Clique no ícone para adicionar uma imagem</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pt-BR"/>
              <a:t>Clique para editar o texto mestre</a:t>
            </a:r>
          </a:p>
        </p:txBody>
      </p:sp>
      <p:sp>
        <p:nvSpPr>
          <p:cNvPr id="5" name="Date Placeholder 4"/>
          <p:cNvSpPr>
            <a:spLocks noGrp="1"/>
          </p:cNvSpPr>
          <p:nvPr>
            <p:ph type="dt" sz="half" idx="10"/>
          </p:nvPr>
        </p:nvSpPr>
        <p:spPr/>
        <p:txBody>
          <a:bodyPr/>
          <a:lstStyle/>
          <a:p>
            <a:fld id="{26A793FE-9174-4BCA-8FC1-2C151984D1DA}" type="datetimeFigureOut">
              <a:rPr lang="pt-BR" smtClean="0"/>
              <a:t>16/05/2025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259812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6A793FE-9174-4BCA-8FC1-2C151984D1DA}" type="datetimeFigureOut">
              <a:rPr lang="pt-BR" smtClean="0"/>
              <a:t>16/05/2025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309742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6A793FE-9174-4BCA-8FC1-2C151984D1DA}" type="datetimeFigureOut">
              <a:rPr lang="pt-BR" smtClean="0"/>
              <a:t>16/05/2025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D102CB0-136A-46C6-A53C-3315DE620239}" type="slidenum">
              <a:rPr lang="pt-BR" smtClean="0"/>
              <a:t>‹nº›</a:t>
            </a:fld>
            <a:endParaRPr lang="pt-BR"/>
          </a:p>
        </p:txBody>
      </p:sp>
    </p:spTree>
    <p:extLst>
      <p:ext uri="{BB962C8B-B14F-4D97-AF65-F5344CB8AC3E}">
        <p14:creationId xmlns:p14="http://schemas.microsoft.com/office/powerpoint/2010/main" val="3482586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75000"/>
                  </a:schemeClr>
                </a:solidFill>
              </a:defRPr>
            </a:lvl1pPr>
          </a:lstStyle>
          <a:p>
            <a:fld id="{26A793FE-9174-4BCA-8FC1-2C151984D1DA}" type="datetimeFigureOut">
              <a:rPr lang="pt-BR" smtClean="0"/>
              <a:t>16/05/2025</a:t>
            </a:fld>
            <a:endParaRPr lang="pt-BR"/>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75000"/>
                  </a:schemeClr>
                </a:solidFill>
              </a:defRPr>
            </a:lvl1pPr>
          </a:lstStyle>
          <a:p>
            <a:fld id="{DD102CB0-136A-46C6-A53C-3315DE620239}" type="slidenum">
              <a:rPr lang="pt-BR" smtClean="0"/>
              <a:t>‹nº›</a:t>
            </a:fld>
            <a:endParaRPr lang="pt-BR"/>
          </a:p>
        </p:txBody>
      </p:sp>
    </p:spTree>
    <p:extLst>
      <p:ext uri="{BB962C8B-B14F-4D97-AF65-F5344CB8AC3E}">
        <p14:creationId xmlns:p14="http://schemas.microsoft.com/office/powerpoint/2010/main" val="2265065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26464"/>
            <a:ext cx="32374935" cy="9621121"/>
          </a:xfrm>
          <a:prstGeom prst="rect">
            <a:avLst/>
          </a:prstGeom>
        </p:spPr>
      </p:pic>
      <p:sp>
        <p:nvSpPr>
          <p:cNvPr id="14" name="CaixaDeTexto 13">
            <a:extLst>
              <a:ext uri="{FF2B5EF4-FFF2-40B4-BE49-F238E27FC236}">
                <a16:creationId xmlns:a16="http://schemas.microsoft.com/office/drawing/2014/main" id="{EEC24DC8-A8AA-31E9-25BC-0633580E6D2A}"/>
              </a:ext>
            </a:extLst>
          </p:cNvPr>
          <p:cNvSpPr txBox="1"/>
          <p:nvPr/>
        </p:nvSpPr>
        <p:spPr>
          <a:xfrm>
            <a:off x="16844211" y="576972"/>
            <a:ext cx="13423281" cy="1191545"/>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ctr"/>
            <a:r>
              <a:rPr lang="pt-BR" dirty="0">
                <a:latin typeface="Arial Black" panose="020B0A04020102020204" pitchFamily="34" charset="0"/>
              </a:rPr>
              <a:t>Título do trabalho</a:t>
            </a:r>
          </a:p>
        </p:txBody>
      </p:sp>
      <p:sp>
        <p:nvSpPr>
          <p:cNvPr id="15" name="CaixaDeTexto 14">
            <a:extLst>
              <a:ext uri="{FF2B5EF4-FFF2-40B4-BE49-F238E27FC236}">
                <a16:creationId xmlns:a16="http://schemas.microsoft.com/office/drawing/2014/main" id="{00BE8362-781E-F55B-75B9-EF75444A371D}"/>
              </a:ext>
            </a:extLst>
          </p:cNvPr>
          <p:cNvSpPr txBox="1"/>
          <p:nvPr/>
        </p:nvSpPr>
        <p:spPr>
          <a:xfrm>
            <a:off x="20240680" y="2920606"/>
            <a:ext cx="6630341" cy="1191545"/>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none" rtlCol="0">
            <a:spAutoFit/>
          </a:bodyPr>
          <a:lstStyle/>
          <a:p>
            <a:r>
              <a:rPr lang="pt-BR" dirty="0"/>
              <a:t>Nome dos alunos</a:t>
            </a:r>
          </a:p>
        </p:txBody>
      </p:sp>
      <p:sp>
        <p:nvSpPr>
          <p:cNvPr id="16" name="CaixaDeTexto 15">
            <a:extLst>
              <a:ext uri="{FF2B5EF4-FFF2-40B4-BE49-F238E27FC236}">
                <a16:creationId xmlns:a16="http://schemas.microsoft.com/office/drawing/2014/main" id="{00BE8362-781E-F55B-75B9-EF75444A371D}"/>
              </a:ext>
            </a:extLst>
          </p:cNvPr>
          <p:cNvSpPr txBox="1"/>
          <p:nvPr/>
        </p:nvSpPr>
        <p:spPr>
          <a:xfrm>
            <a:off x="22853874" y="7921442"/>
            <a:ext cx="2470741" cy="707886"/>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none" rtlCol="0">
            <a:spAutoFit/>
          </a:bodyPr>
          <a:lstStyle/>
          <a:p>
            <a:r>
              <a:rPr lang="pt-BR" sz="4000" dirty="0"/>
              <a:t>Orientador</a:t>
            </a:r>
            <a:endParaRPr lang="pt-BR" dirty="0"/>
          </a:p>
        </p:txBody>
      </p:sp>
      <p:sp>
        <p:nvSpPr>
          <p:cNvPr id="18" name="CaixaDeTexto 17">
            <a:extLst>
              <a:ext uri="{FF2B5EF4-FFF2-40B4-BE49-F238E27FC236}">
                <a16:creationId xmlns:a16="http://schemas.microsoft.com/office/drawing/2014/main" id="{EEC24DC8-A8AA-31E9-25BC-0633580E6D2A}"/>
              </a:ext>
            </a:extLst>
          </p:cNvPr>
          <p:cNvSpPr txBox="1"/>
          <p:nvPr/>
        </p:nvSpPr>
        <p:spPr>
          <a:xfrm>
            <a:off x="1118312" y="468692"/>
            <a:ext cx="13423281" cy="2123658"/>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ctr"/>
            <a:r>
              <a:rPr lang="pt-BR" sz="6600" dirty="0">
                <a:latin typeface="Arial Black" panose="020B0A04020102020204" pitchFamily="34" charset="0"/>
              </a:rPr>
              <a:t>Trabalho de </a:t>
            </a:r>
          </a:p>
          <a:p>
            <a:pPr algn="ctr"/>
            <a:r>
              <a:rPr lang="pt-BR" sz="6600" dirty="0">
                <a:latin typeface="Arial Black" panose="020B0A04020102020204" pitchFamily="34" charset="0"/>
              </a:rPr>
              <a:t>Conclusão de Curso</a:t>
            </a:r>
          </a:p>
        </p:txBody>
      </p:sp>
      <p:cxnSp>
        <p:nvCxnSpPr>
          <p:cNvPr id="6" name="Conector reto 5">
            <a:extLst>
              <a:ext uri="{FF2B5EF4-FFF2-40B4-BE49-F238E27FC236}">
                <a16:creationId xmlns:a16="http://schemas.microsoft.com/office/drawing/2014/main" id="{8FA82F67-3523-276C-B2AA-278576E57B20}"/>
              </a:ext>
            </a:extLst>
          </p:cNvPr>
          <p:cNvCxnSpPr/>
          <p:nvPr/>
        </p:nvCxnSpPr>
        <p:spPr>
          <a:xfrm>
            <a:off x="426100" y="9752105"/>
            <a:ext cx="31401384" cy="0"/>
          </a:xfrm>
          <a:prstGeom prst="line">
            <a:avLst/>
          </a:prstGeom>
          <a:ln w="98425">
            <a:solidFill>
              <a:srgbClr val="004AAD"/>
            </a:solidFill>
          </a:ln>
        </p:spPr>
        <p:style>
          <a:lnRef idx="1">
            <a:schemeClr val="accent1"/>
          </a:lnRef>
          <a:fillRef idx="0">
            <a:schemeClr val="accent1"/>
          </a:fillRef>
          <a:effectRef idx="0">
            <a:schemeClr val="accent1"/>
          </a:effectRef>
          <a:fontRef idx="minor">
            <a:schemeClr val="tx1"/>
          </a:fontRef>
        </p:style>
      </p:cxnSp>
      <p:cxnSp>
        <p:nvCxnSpPr>
          <p:cNvPr id="9" name="Conector reto 8">
            <a:extLst>
              <a:ext uri="{FF2B5EF4-FFF2-40B4-BE49-F238E27FC236}">
                <a16:creationId xmlns:a16="http://schemas.microsoft.com/office/drawing/2014/main" id="{7BC274BA-817C-D096-1099-8F0540A508CE}"/>
              </a:ext>
            </a:extLst>
          </p:cNvPr>
          <p:cNvCxnSpPr/>
          <p:nvPr/>
        </p:nvCxnSpPr>
        <p:spPr>
          <a:xfrm>
            <a:off x="476900" y="40867105"/>
            <a:ext cx="31401384" cy="0"/>
          </a:xfrm>
          <a:prstGeom prst="line">
            <a:avLst/>
          </a:prstGeom>
          <a:ln w="98425">
            <a:solidFill>
              <a:srgbClr val="004AAD"/>
            </a:solidFill>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B843C5B1-E1DC-8C26-3AC0-2A327B6C1A0C}"/>
              </a:ext>
            </a:extLst>
          </p:cNvPr>
          <p:cNvSpPr txBox="1">
            <a:spLocks/>
          </p:cNvSpPr>
          <p:nvPr/>
        </p:nvSpPr>
        <p:spPr>
          <a:xfrm>
            <a:off x="451673" y="9968157"/>
            <a:ext cx="15480000" cy="903869"/>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INTRODUÇÃO</a:t>
            </a:r>
          </a:p>
        </p:txBody>
      </p:sp>
      <p:sp>
        <p:nvSpPr>
          <p:cNvPr id="13" name="CaixaDeTexto 12">
            <a:extLst>
              <a:ext uri="{FF2B5EF4-FFF2-40B4-BE49-F238E27FC236}">
                <a16:creationId xmlns:a16="http://schemas.microsoft.com/office/drawing/2014/main" id="{575D92EF-CB95-CD39-B56B-96DFCD3580CD}"/>
              </a:ext>
            </a:extLst>
          </p:cNvPr>
          <p:cNvSpPr txBox="1">
            <a:spLocks/>
          </p:cNvSpPr>
          <p:nvPr/>
        </p:nvSpPr>
        <p:spPr>
          <a:xfrm>
            <a:off x="374954" y="26079458"/>
            <a:ext cx="15480000" cy="900000"/>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OBJETIVO</a:t>
            </a:r>
          </a:p>
        </p:txBody>
      </p:sp>
      <p:sp>
        <p:nvSpPr>
          <p:cNvPr id="17" name="CaixaDeTexto 16">
            <a:extLst>
              <a:ext uri="{FF2B5EF4-FFF2-40B4-BE49-F238E27FC236}">
                <a16:creationId xmlns:a16="http://schemas.microsoft.com/office/drawing/2014/main" id="{380EB5E5-2ADB-B873-5B4A-C3A783D051D5}"/>
              </a:ext>
            </a:extLst>
          </p:cNvPr>
          <p:cNvSpPr txBox="1">
            <a:spLocks/>
          </p:cNvSpPr>
          <p:nvPr/>
        </p:nvSpPr>
        <p:spPr>
          <a:xfrm>
            <a:off x="16373057" y="9944843"/>
            <a:ext cx="15480000" cy="903869"/>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RESULTADOS E DISCUSSÃO</a:t>
            </a:r>
          </a:p>
        </p:txBody>
      </p:sp>
      <p:sp>
        <p:nvSpPr>
          <p:cNvPr id="19" name="CaixaDeTexto 18">
            <a:extLst>
              <a:ext uri="{FF2B5EF4-FFF2-40B4-BE49-F238E27FC236}">
                <a16:creationId xmlns:a16="http://schemas.microsoft.com/office/drawing/2014/main" id="{802EE557-1498-C45F-E52B-9472A816B4C4}"/>
              </a:ext>
            </a:extLst>
          </p:cNvPr>
          <p:cNvSpPr txBox="1">
            <a:spLocks/>
          </p:cNvSpPr>
          <p:nvPr/>
        </p:nvSpPr>
        <p:spPr>
          <a:xfrm>
            <a:off x="16373057" y="28950818"/>
            <a:ext cx="15480000" cy="918951"/>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CONCLUSÃO</a:t>
            </a:r>
          </a:p>
        </p:txBody>
      </p:sp>
      <p:sp>
        <p:nvSpPr>
          <p:cNvPr id="20" name="CaixaDeTexto 19">
            <a:extLst>
              <a:ext uri="{FF2B5EF4-FFF2-40B4-BE49-F238E27FC236}">
                <a16:creationId xmlns:a16="http://schemas.microsoft.com/office/drawing/2014/main" id="{22FE4024-8F9D-7669-5F7B-DC3ACF8A1B6C}"/>
              </a:ext>
            </a:extLst>
          </p:cNvPr>
          <p:cNvSpPr txBox="1">
            <a:spLocks/>
          </p:cNvSpPr>
          <p:nvPr/>
        </p:nvSpPr>
        <p:spPr>
          <a:xfrm>
            <a:off x="16373057" y="35823883"/>
            <a:ext cx="15480000" cy="918951"/>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REFERÊNCIAS</a:t>
            </a:r>
          </a:p>
        </p:txBody>
      </p:sp>
      <p:sp>
        <p:nvSpPr>
          <p:cNvPr id="21" name="CaixaDeTexto 20">
            <a:extLst>
              <a:ext uri="{FF2B5EF4-FFF2-40B4-BE49-F238E27FC236}">
                <a16:creationId xmlns:a16="http://schemas.microsoft.com/office/drawing/2014/main" id="{A58C3F61-268F-1FE5-152C-28EBCBED6F2F}"/>
              </a:ext>
            </a:extLst>
          </p:cNvPr>
          <p:cNvSpPr txBox="1"/>
          <p:nvPr/>
        </p:nvSpPr>
        <p:spPr>
          <a:xfrm>
            <a:off x="451673" y="11265878"/>
            <a:ext cx="15428854" cy="14634776"/>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a:t>
            </a:r>
            <a:r>
              <a:rPr lang="en-US" sz="3500" dirty="0" err="1">
                <a:latin typeface="Arial" panose="020B0604020202020204" pitchFamily="34" charset="0"/>
                <a:cs typeface="Arial" panose="020B0604020202020204" pitchFamily="34" charset="0"/>
              </a:rPr>
              <a:t>tLorem</a:t>
            </a:r>
            <a:r>
              <a:rPr lang="en-US" sz="3500" dirty="0">
                <a:latin typeface="Arial" panose="020B0604020202020204" pitchFamily="34" charset="0"/>
                <a:cs typeface="Arial" panose="020B0604020202020204" pitchFamily="34" charset="0"/>
              </a:rPr>
              <a:t>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 </a:t>
            </a:r>
            <a:endParaRPr lang="pt-BR" sz="3500" dirty="0">
              <a:latin typeface="Arial" panose="020B0604020202020204" pitchFamily="34" charset="0"/>
              <a:cs typeface="Arial" panose="020B0604020202020204" pitchFamily="34" charset="0"/>
            </a:endParaRPr>
          </a:p>
          <a:p>
            <a:pPr algn="just"/>
            <a:r>
              <a:rPr lang="en-US" sz="3500" dirty="0" err="1">
                <a:latin typeface="Arial" panose="020B0604020202020204" pitchFamily="34" charset="0"/>
                <a:cs typeface="Arial" panose="020B0604020202020204" pitchFamily="34" charset="0"/>
              </a:rPr>
              <a:t>ype</a:t>
            </a:r>
            <a:r>
              <a:rPr lang="en-US" sz="3500" dirty="0">
                <a:latin typeface="Arial" panose="020B0604020202020204" pitchFamily="34" charset="0"/>
                <a:cs typeface="Arial" panose="020B0604020202020204" pitchFamily="34" charset="0"/>
              </a:rPr>
              <a:t>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a:t>
            </a:r>
            <a:endParaRPr lang="pt-BR" sz="3500" dirty="0">
              <a:latin typeface="Arial" panose="020B0604020202020204" pitchFamily="34" charset="0"/>
              <a:cs typeface="Arial" panose="020B0604020202020204" pitchFamily="34" charset="0"/>
            </a:endParaRPr>
          </a:p>
        </p:txBody>
      </p:sp>
      <p:sp>
        <p:nvSpPr>
          <p:cNvPr id="22" name="CaixaDeTexto 21">
            <a:extLst>
              <a:ext uri="{FF2B5EF4-FFF2-40B4-BE49-F238E27FC236}">
                <a16:creationId xmlns:a16="http://schemas.microsoft.com/office/drawing/2014/main" id="{949D99AC-65F0-373D-EBD5-964AF958DE5C}"/>
              </a:ext>
            </a:extLst>
          </p:cNvPr>
          <p:cNvSpPr txBox="1">
            <a:spLocks/>
          </p:cNvSpPr>
          <p:nvPr/>
        </p:nvSpPr>
        <p:spPr>
          <a:xfrm>
            <a:off x="426100" y="33868890"/>
            <a:ext cx="15480000" cy="900000"/>
          </a:xfrm>
          <a:prstGeom prst="rect">
            <a:avLst/>
          </a:prstGeom>
          <a:solidFill>
            <a:srgbClr val="004AAD"/>
          </a:solidFill>
        </p:spPr>
        <p:txBody>
          <a:bodyPr wrap="square" rtlCol="0" anchor="ctr" anchorCtr="0">
            <a:noAutofit/>
          </a:bodyPr>
          <a:lstStyle/>
          <a:p>
            <a:pPr algn="ctr"/>
            <a:r>
              <a:rPr lang="pt-BR" sz="5400" b="1" dirty="0">
                <a:solidFill>
                  <a:schemeClr val="bg1"/>
                </a:solidFill>
                <a:latin typeface="Times New Roman" panose="02020603050405020304" pitchFamily="18" charset="0"/>
                <a:cs typeface="Times New Roman" panose="02020603050405020304" pitchFamily="18" charset="0"/>
              </a:rPr>
              <a:t>METODOLOGIA</a:t>
            </a:r>
          </a:p>
        </p:txBody>
      </p:sp>
      <p:sp>
        <p:nvSpPr>
          <p:cNvPr id="23" name="CaixaDeTexto 22">
            <a:extLst>
              <a:ext uri="{FF2B5EF4-FFF2-40B4-BE49-F238E27FC236}">
                <a16:creationId xmlns:a16="http://schemas.microsoft.com/office/drawing/2014/main" id="{72D671E2-8A11-E3C7-C78E-A657BD253953}"/>
              </a:ext>
            </a:extLst>
          </p:cNvPr>
          <p:cNvSpPr txBox="1"/>
          <p:nvPr/>
        </p:nvSpPr>
        <p:spPr>
          <a:xfrm>
            <a:off x="16424203" y="11275387"/>
            <a:ext cx="15428854" cy="17866429"/>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 </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3500" dirty="0" err="1">
                <a:latin typeface="Arial" panose="020B0604020202020204" pitchFamily="34" charset="0"/>
                <a:cs typeface="Arial" panose="020B0604020202020204" pitchFamily="34" charset="0"/>
              </a:rPr>
              <a:t>popularised</a:t>
            </a:r>
            <a:r>
              <a:rPr lang="en-US" sz="3500" dirty="0">
                <a:latin typeface="Arial" panose="020B0604020202020204" pitchFamily="34" charset="0"/>
                <a:cs typeface="Arial" panose="020B0604020202020204" pitchFamily="34" charset="0"/>
              </a:rPr>
              <a:t> in the 1960s with the release of </a:t>
            </a:r>
            <a:r>
              <a:rPr lang="en-US" sz="3500" dirty="0" err="1">
                <a:latin typeface="Arial" panose="020B0604020202020204" pitchFamily="34" charset="0"/>
                <a:cs typeface="Arial" panose="020B0604020202020204" pitchFamily="34" charset="0"/>
              </a:rPr>
              <a:t>Letraset</a:t>
            </a:r>
            <a:r>
              <a:rPr lang="en-US" sz="3500" dirty="0">
                <a:latin typeface="Arial" panose="020B0604020202020204" pitchFamily="34" charset="0"/>
                <a:cs typeface="Arial" panose="020B0604020202020204" pitchFamily="34" charset="0"/>
              </a:rPr>
              <a:t> sheets containing Lorem Ipsum passages, and more recently with desktop publishing software like Aldus PageMaker including versions of Lorem Ipsum. </a:t>
            </a:r>
            <a:endParaRPr lang="pt-BR" sz="3500" dirty="0">
              <a:latin typeface="Arial" panose="020B0604020202020204" pitchFamily="34" charset="0"/>
              <a:cs typeface="Arial" panose="020B0604020202020204" pitchFamily="34" charset="0"/>
            </a:endParaRPr>
          </a:p>
          <a:p>
            <a:pPr algn="just"/>
            <a:endParaRPr lang="pt-BR" sz="3500" dirty="0">
              <a:latin typeface="Arial" panose="020B0604020202020204" pitchFamily="34" charset="0"/>
              <a:cs typeface="Arial" panose="020B0604020202020204" pitchFamily="34" charset="0"/>
            </a:endParaRPr>
          </a:p>
        </p:txBody>
      </p:sp>
      <p:sp>
        <p:nvSpPr>
          <p:cNvPr id="24" name="CaixaDeTexto 23">
            <a:extLst>
              <a:ext uri="{FF2B5EF4-FFF2-40B4-BE49-F238E27FC236}">
                <a16:creationId xmlns:a16="http://schemas.microsoft.com/office/drawing/2014/main" id="{D3944005-02B0-F03E-9333-11104E41D943}"/>
              </a:ext>
            </a:extLst>
          </p:cNvPr>
          <p:cNvSpPr txBox="1"/>
          <p:nvPr/>
        </p:nvSpPr>
        <p:spPr>
          <a:xfrm>
            <a:off x="374954" y="27224455"/>
            <a:ext cx="15428854" cy="7094250"/>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software like Aldus PageMaker including versions of Lorem Ipsum.</a:t>
            </a:r>
          </a:p>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software like Aldus PageMaker including versions of Lorem Ipsum.</a:t>
            </a:r>
          </a:p>
          <a:p>
            <a:pPr algn="just"/>
            <a:endParaRPr lang="en-US" sz="3500" dirty="0">
              <a:latin typeface="Arial" panose="020B0604020202020204" pitchFamily="34" charset="0"/>
              <a:cs typeface="Arial" panose="020B0604020202020204" pitchFamily="34" charset="0"/>
            </a:endParaRPr>
          </a:p>
        </p:txBody>
      </p:sp>
      <p:sp>
        <p:nvSpPr>
          <p:cNvPr id="25" name="CaixaDeTexto 24">
            <a:extLst>
              <a:ext uri="{FF2B5EF4-FFF2-40B4-BE49-F238E27FC236}">
                <a16:creationId xmlns:a16="http://schemas.microsoft.com/office/drawing/2014/main" id="{4E79EEED-9B97-E757-3CBF-6AC3F827EFD2}"/>
              </a:ext>
            </a:extLst>
          </p:cNvPr>
          <p:cNvSpPr txBox="1"/>
          <p:nvPr/>
        </p:nvSpPr>
        <p:spPr>
          <a:xfrm>
            <a:off x="426100" y="35359377"/>
            <a:ext cx="15428854" cy="3323987"/>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software like Aldus PageMaker including versions of Lorem Ipsum.</a:t>
            </a:r>
          </a:p>
        </p:txBody>
      </p:sp>
      <p:sp>
        <p:nvSpPr>
          <p:cNvPr id="26" name="CaixaDeTexto 25">
            <a:extLst>
              <a:ext uri="{FF2B5EF4-FFF2-40B4-BE49-F238E27FC236}">
                <a16:creationId xmlns:a16="http://schemas.microsoft.com/office/drawing/2014/main" id="{AEC2F642-EFBE-80D4-6A99-4B6C46259596}"/>
              </a:ext>
            </a:extLst>
          </p:cNvPr>
          <p:cNvSpPr txBox="1"/>
          <p:nvPr/>
        </p:nvSpPr>
        <p:spPr>
          <a:xfrm>
            <a:off x="16398630" y="30208342"/>
            <a:ext cx="15428854" cy="5478423"/>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make a type specimen book. It has survived not only five centuries, but also the leap into electronic typesetting, remaining essentially unchanged. make a type specimen book. It has survived not only five centuries, but also the leap into electronic typesetting, remaining essentially unchanged. it to make a type specimen book. It has survived not only five centuries, but also the leap into electronic typesetting, remaining essentially unchanged. It was software like Aldus PageMaker including versions of Lorem Ipsum.</a:t>
            </a:r>
          </a:p>
        </p:txBody>
      </p:sp>
      <p:sp>
        <p:nvSpPr>
          <p:cNvPr id="27" name="CaixaDeTexto 26">
            <a:extLst>
              <a:ext uri="{FF2B5EF4-FFF2-40B4-BE49-F238E27FC236}">
                <a16:creationId xmlns:a16="http://schemas.microsoft.com/office/drawing/2014/main" id="{19042ED0-6B84-8011-C482-A7EE65EE79CE}"/>
              </a:ext>
            </a:extLst>
          </p:cNvPr>
          <p:cNvSpPr txBox="1"/>
          <p:nvPr/>
        </p:nvSpPr>
        <p:spPr>
          <a:xfrm>
            <a:off x="16374818" y="36895677"/>
            <a:ext cx="15428854" cy="4401205"/>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rtlCol="0">
            <a:spAutoFit/>
          </a:bodyPr>
          <a:lstStyle/>
          <a:p>
            <a:pPr algn="just"/>
            <a:r>
              <a:rPr lang="en-US" sz="3500" dirty="0">
                <a:latin typeface="Arial" panose="020B0604020202020204" pitchFamily="34" charset="0"/>
                <a:cs typeface="Arial" panose="020B0604020202020204" pitchFamily="34" charset="0"/>
              </a:rPr>
              <a:t>Lorem Ipsum is simply dummy text of the printing and typesetting industry. </a:t>
            </a:r>
          </a:p>
          <a:p>
            <a:pPr algn="just"/>
            <a:endParaRPr lang="en-US" sz="3500" dirty="0">
              <a:latin typeface="Arial" panose="020B0604020202020204" pitchFamily="34" charset="0"/>
              <a:cs typeface="Arial" panose="020B0604020202020204" pitchFamily="34" charset="0"/>
            </a:endParaRPr>
          </a:p>
          <a:p>
            <a:pPr algn="just"/>
            <a:r>
              <a:rPr lang="en-US" sz="3500" dirty="0">
                <a:latin typeface="Arial" panose="020B0604020202020204" pitchFamily="34" charset="0"/>
                <a:cs typeface="Arial" panose="020B0604020202020204" pitchFamily="34" charset="0"/>
              </a:rPr>
              <a:t>Lorem Ipsum is simply dummy text of the printing and typesetting industry. </a:t>
            </a:r>
          </a:p>
          <a:p>
            <a:pPr algn="just"/>
            <a:endParaRPr lang="en-US" sz="3500" dirty="0">
              <a:latin typeface="Arial" panose="020B0604020202020204" pitchFamily="34" charset="0"/>
              <a:cs typeface="Arial" panose="020B0604020202020204" pitchFamily="34" charset="0"/>
            </a:endParaRPr>
          </a:p>
          <a:p>
            <a:pPr algn="just"/>
            <a:r>
              <a:rPr lang="en-US" sz="3500" dirty="0">
                <a:latin typeface="Arial" panose="020B0604020202020204" pitchFamily="34" charset="0"/>
                <a:cs typeface="Arial" panose="020B0604020202020204" pitchFamily="34" charset="0"/>
              </a:rPr>
              <a:t>Lorem Ipsum is simply dummy text of the printing and typesetting industry. </a:t>
            </a:r>
          </a:p>
          <a:p>
            <a:pPr algn="just"/>
            <a:endParaRPr lang="en-US" sz="3500" dirty="0">
              <a:latin typeface="Arial" panose="020B0604020202020204" pitchFamily="34" charset="0"/>
              <a:cs typeface="Arial" panose="020B0604020202020204" pitchFamily="34" charset="0"/>
            </a:endParaRPr>
          </a:p>
          <a:p>
            <a:pPr algn="just"/>
            <a:r>
              <a:rPr lang="en-US" sz="3500" dirty="0">
                <a:latin typeface="Arial" panose="020B0604020202020204" pitchFamily="34" charset="0"/>
                <a:cs typeface="Arial" panose="020B0604020202020204" pitchFamily="34" charset="0"/>
              </a:rPr>
              <a:t>Lorem Ipsum is simply dummy text of the printing and typesetting industry. </a:t>
            </a:r>
          </a:p>
          <a:p>
            <a:pPr algn="just"/>
            <a:endParaRPr lang="en-US" sz="3500" dirty="0">
              <a:latin typeface="Arial" panose="020B0604020202020204" pitchFamily="34" charset="0"/>
              <a:cs typeface="Arial" panose="020B0604020202020204" pitchFamily="34" charset="0"/>
            </a:endParaRPr>
          </a:p>
        </p:txBody>
      </p:sp>
      <p:pic>
        <p:nvPicPr>
          <p:cNvPr id="28" name="Imagem 27"/>
          <p:cNvPicPr>
            <a:picLocks noChangeAspect="1"/>
          </p:cNvPicPr>
          <p:nvPr/>
        </p:nvPicPr>
        <p:blipFill>
          <a:blip r:embed="rId3"/>
          <a:stretch>
            <a:fillRect/>
          </a:stretch>
        </p:blipFill>
        <p:spPr>
          <a:xfrm>
            <a:off x="476899" y="40991117"/>
            <a:ext cx="31312351" cy="2059729"/>
          </a:xfrm>
          <a:prstGeom prst="rect">
            <a:avLst/>
          </a:prstGeom>
        </p:spPr>
      </p:pic>
      <p:pic>
        <p:nvPicPr>
          <p:cNvPr id="4" name="Imagem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6503" y="4976856"/>
            <a:ext cx="5981278" cy="3770353"/>
          </a:xfrm>
          <a:prstGeom prst="rect">
            <a:avLst/>
          </a:prstGeom>
        </p:spPr>
      </p:pic>
      <p:pic>
        <p:nvPicPr>
          <p:cNvPr id="29" name="Imagem 28"/>
          <p:cNvPicPr>
            <a:picLocks noChangeAspect="1"/>
          </p:cNvPicPr>
          <p:nvPr/>
        </p:nvPicPr>
        <p:blipFill>
          <a:blip r:embed="rId5"/>
          <a:stretch>
            <a:fillRect/>
          </a:stretch>
        </p:blipFill>
        <p:spPr>
          <a:xfrm>
            <a:off x="6411628" y="41413325"/>
            <a:ext cx="3355506" cy="1299480"/>
          </a:xfrm>
          <a:prstGeom prst="rect">
            <a:avLst/>
          </a:prstGeom>
        </p:spPr>
      </p:pic>
      <p:pic>
        <p:nvPicPr>
          <p:cNvPr id="30" name="Imagem 29"/>
          <p:cNvPicPr>
            <a:picLocks noChangeAspect="1"/>
          </p:cNvPicPr>
          <p:nvPr/>
        </p:nvPicPr>
        <p:blipFill>
          <a:blip r:embed="rId6"/>
          <a:stretch>
            <a:fillRect/>
          </a:stretch>
        </p:blipFill>
        <p:spPr>
          <a:xfrm>
            <a:off x="22241756" y="41595058"/>
            <a:ext cx="4477002" cy="1014021"/>
          </a:xfrm>
          <a:prstGeom prst="rect">
            <a:avLst/>
          </a:prstGeom>
        </p:spPr>
      </p:pic>
      <p:sp>
        <p:nvSpPr>
          <p:cNvPr id="31" name="CaixaDeTexto 30">
            <a:extLst>
              <a:ext uri="{FF2B5EF4-FFF2-40B4-BE49-F238E27FC236}">
                <a16:creationId xmlns:a16="http://schemas.microsoft.com/office/drawing/2014/main" id="{4E67AF63-8667-635A-BF46-35A3729B08EC}"/>
              </a:ext>
            </a:extLst>
          </p:cNvPr>
          <p:cNvSpPr txBox="1"/>
          <p:nvPr/>
        </p:nvSpPr>
        <p:spPr>
          <a:xfrm>
            <a:off x="-2454635" y="2916673"/>
            <a:ext cx="16205200" cy="1631216"/>
          </a:xfrm>
          <a:prstGeom prst="rect">
            <a:avLst/>
          </a:prstGeom>
          <a:noFill/>
          <a:effectLst>
            <a:glow rad="127000">
              <a:schemeClr val="bg1">
                <a:alpha val="0"/>
              </a:schemeClr>
            </a:glow>
            <a:outerShdw blurRad="50800" dist="50800" dir="5400000" algn="ctr" rotWithShape="0">
              <a:srgbClr val="000000">
                <a:alpha val="0"/>
              </a:srgbClr>
            </a:outerShdw>
          </a:effectLst>
        </p:spPr>
        <p:txBody>
          <a:bodyPr wrap="square">
            <a:spAutoFit/>
          </a:bodyPr>
          <a:lstStyle/>
          <a:p>
            <a:pPr algn="ctr"/>
            <a:r>
              <a:rPr lang="pt-BR" sz="5000" dirty="0" smtClean="0">
                <a:solidFill>
                  <a:srgbClr val="004AAD"/>
                </a:solidFill>
                <a:latin typeface="Arial Black" panose="020B0A04020102020204" pitchFamily="34" charset="0"/>
              </a:rPr>
              <a:t>Técnico </a:t>
            </a:r>
            <a:r>
              <a:rPr lang="pt-BR" sz="5000" dirty="0">
                <a:solidFill>
                  <a:srgbClr val="004AAD"/>
                </a:solidFill>
                <a:latin typeface="Arial Black" panose="020B0A04020102020204" pitchFamily="34" charset="0"/>
              </a:rPr>
              <a:t>em </a:t>
            </a:r>
          </a:p>
          <a:p>
            <a:pPr algn="ctr"/>
            <a:r>
              <a:rPr lang="pt-BR" sz="5000" dirty="0">
                <a:solidFill>
                  <a:srgbClr val="004AAD"/>
                </a:solidFill>
                <a:latin typeface="Arial Black" panose="020B0A04020102020204" pitchFamily="34" charset="0"/>
              </a:rPr>
              <a:t>Desenvolvimento de Sistemas</a:t>
            </a:r>
          </a:p>
        </p:txBody>
      </p:sp>
    </p:spTree>
    <p:extLst>
      <p:ext uri="{BB962C8B-B14F-4D97-AF65-F5344CB8AC3E}">
        <p14:creationId xmlns:p14="http://schemas.microsoft.com/office/powerpoint/2010/main" val="3500714960"/>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o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glow rad="127000">
            <a:schemeClr val="bg1">
              <a:alpha val="0"/>
            </a:schemeClr>
          </a:glow>
          <a:outerShdw blurRad="50800" dist="50800" dir="5400000" algn="ctr" rotWithShape="0">
            <a:srgbClr val="000000">
              <a:alpha val="0"/>
            </a:srgbClr>
          </a:outerShdw>
        </a:effectLst>
      </a:spPr>
      <a:bodyPr wrap="square" rtlCol="0">
        <a:spAutoFit/>
      </a:bodyPr>
      <a:lstStyle>
        <a:defPPr>
          <a:defRPr dirty="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1189</TotalTime>
  <Words>1159</Words>
  <Application>Microsoft Office PowerPoint</Application>
  <PresentationFormat>Personalizar</PresentationFormat>
  <Paragraphs>32</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Arial Black</vt:lpstr>
      <vt:lpstr>Calibri</vt:lpstr>
      <vt:lpstr>Calibri Light</vt:lpstr>
      <vt:lpstr>Times New Roman</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Leandro Pedroza</dc:creator>
  <cp:lastModifiedBy>Coordenacao de Curso | Etec Zona Leste - 211</cp:lastModifiedBy>
  <cp:revision>48</cp:revision>
  <cp:lastPrinted>2023-05-23T23:18:43Z</cp:lastPrinted>
  <dcterms:created xsi:type="dcterms:W3CDTF">2018-10-09T21:24:59Z</dcterms:created>
  <dcterms:modified xsi:type="dcterms:W3CDTF">2025-05-16T20:58:36Z</dcterms:modified>
</cp:coreProperties>
</file>